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4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91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8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8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4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8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4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05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71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19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67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4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FEE52C1-7B5C-491A-B7D4-29D59EFAA06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36A070A-71B3-4DC3-93FE-A7D8D18AA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878B-78B1-DD8D-3B19-8C822E78B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0EBF6-7DEF-7837-37E3-9F91E64FD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57C28-B5DA-4476-EC20-26EB19CA2737}"/>
              </a:ext>
            </a:extLst>
          </p:cNvPr>
          <p:cNvSpPr txBox="1"/>
          <p:nvPr/>
        </p:nvSpPr>
        <p:spPr>
          <a:xfrm>
            <a:off x="3047238" y="2681192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build an intelligent security layer that detects suspicious login behavior and adapts its defense mechanism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Technologies:</a:t>
            </a:r>
            <a:r>
              <a:rPr lang="en-US" dirty="0"/>
              <a:t> Python (Flask), HTML5, CSS3, Jinja2, and Session Management.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BB2135-DCAC-5FBC-1005-EC8B274AB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6" y="1011367"/>
            <a:ext cx="11041016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12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5700-6393-16CD-27DD-7FE2F6C0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9DE3B-EC7A-9C93-1A6C-3A2F9D44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604443"/>
            <a:ext cx="8888065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4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F9BB-0D1C-7D6F-0692-2D20E807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Adaptive Brute Force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Defense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53764-B61C-54F7-A212-7444C6739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724911"/>
            <a:ext cx="7596346" cy="342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1CEB-314F-18BA-5932-A8715EBB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Security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9180F-8386-01CF-25F0-3A288099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481" y="2634746"/>
            <a:ext cx="690658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1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1F00-D9BB-9287-B02C-2EC09B3D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Risk Monitoring &amp;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D61EE-FA33-8E20-BDC9-4F91448A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24" y="2971576"/>
            <a:ext cx="734480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4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2C51-EEC1-D542-7AC9-753FB936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 and future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2DD34-ECD1-EBC4-AC0A-6D111288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107" y="2546333"/>
            <a:ext cx="743053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67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54</TotalTime>
  <Words>53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Black</vt:lpstr>
      <vt:lpstr>Century Gothic</vt:lpstr>
      <vt:lpstr>Wingdings 3</vt:lpstr>
      <vt:lpstr>Ion Boardroom</vt:lpstr>
      <vt:lpstr>PowerPoint Presentation</vt:lpstr>
      <vt:lpstr>PowerPoint Presentation</vt:lpstr>
      <vt:lpstr>Adaptive Brute Force Defense </vt:lpstr>
      <vt:lpstr>Advanced Security Measures</vt:lpstr>
      <vt:lpstr>Risk Monitoring &amp; Analytics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Faiza Khallil</dc:creator>
  <cp:lastModifiedBy>Faiza Khallil</cp:lastModifiedBy>
  <cp:revision>1</cp:revision>
  <dcterms:created xsi:type="dcterms:W3CDTF">2026-04-19T21:49:17Z</dcterms:created>
  <dcterms:modified xsi:type="dcterms:W3CDTF">2026-04-19T22:43:24Z</dcterms:modified>
</cp:coreProperties>
</file>